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🛡️ Brute Force Attack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ML Project</a:t>
            </a:r>
          </a:p>
          <a:p>
            <a:r>
              <a:t>Created by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Threat: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Attackers use automated scripts to guess passwords.</a:t>
            </a:r>
          </a:p>
          <a:p>
            <a:r>
              <a:t>• High-frequency attempts can crash servers.</a:t>
            </a:r>
          </a:p>
          <a:p>
            <a:r>
              <a:t>• Manual log monitoring is impossible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Random Forest Classifier</a:t>
            </a:r>
          </a:p>
          <a:p>
            <a:r>
              <a:t>• Key Features Analysed:</a:t>
            </a:r>
          </a:p>
          <a:p>
            <a:r>
              <a:t>  - Attempt Velocity (Attempts/Min)</a:t>
            </a:r>
          </a:p>
          <a:p>
            <a:r>
              <a:t>  - Failure Ratio (Failures vs Success)</a:t>
            </a:r>
          </a:p>
          <a:p>
            <a:r>
              <a:t>  - Identity Scope (Unique usernames targeted)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 Interface: Streamlit</a:t>
            </a:r>
          </a:p>
          <a:p>
            <a:r>
              <a:t>• Data Analysis: Pandas &amp; NumPy</a:t>
            </a:r>
          </a:p>
          <a:p>
            <a:r>
              <a:t>• Intelligence: Scikit-Learn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